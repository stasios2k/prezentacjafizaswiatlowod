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oppins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11" Type="http://schemas.openxmlformats.org/officeDocument/2006/relationships/image" Target="../media/image19.png"/><Relationship Id="rId10" Type="http://schemas.openxmlformats.org/officeDocument/2006/relationships/image" Target="../media/image18.png"/><Relationship Id="rId9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22.png"/><Relationship Id="rId7" Type="http://schemas.openxmlformats.org/officeDocument/2006/relationships/image" Target="../media/image24.png"/><Relationship Id="rId8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81312" y="2471737"/>
            <a:ext cx="6429375" cy="19145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720578" y="2471737"/>
            <a:ext cx="6750843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Jerzy Kukuczka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881312" y="3852862"/>
            <a:ext cx="64293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Ein Held des Himalaya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8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200025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0F2FE"/>
                </a:solidFill>
                <a:latin typeface="Poppins"/>
                <a:ea typeface="Poppins"/>
                <a:cs typeface="Poppins"/>
                <a:sym typeface="Poppins"/>
              </a:rPr>
              <a:t>Wer war er?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2647950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Jerzy Kukuczka war ein </a:t>
            </a:r>
            <a:r>
              <a:rPr b="0" i="0" lang="en-US" sz="15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polnischer Bergsteiger</a:t>
            </a:r>
            <a:r>
              <a:rPr b="0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3124200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Er wurde 1948 in Katowice, Polen, geboren.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3600450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Er gilt als einer der </a:t>
            </a:r>
            <a:r>
              <a:rPr b="0" i="0" lang="en-US" sz="15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besten Bergsteiger</a:t>
            </a:r>
            <a:r>
              <a:rPr b="0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 der Geschichte.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4076700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Sein Spitzname war "Jurek".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48425" y="2114550"/>
            <a:ext cx="5057775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E0F2FE"/>
                </a:solidFill>
                <a:latin typeface="Poppins"/>
                <a:ea typeface="Poppins"/>
                <a:cs typeface="Poppins"/>
                <a:sym typeface="Poppins"/>
              </a:rPr>
              <a:t>Wer war Jerzy Kukuczka?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8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571500" y="571500"/>
            <a:ext cx="5550693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E0F2FE"/>
                </a:solidFill>
                <a:latin typeface="Poppins"/>
                <a:ea typeface="Poppins"/>
                <a:cs typeface="Poppins"/>
                <a:sym typeface="Poppins"/>
              </a:rPr>
              <a:t>Die "Eiskrieger"</a:t>
            </a:r>
            <a:endParaRPr/>
          </a:p>
        </p:txBody>
      </p:sp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571500" y="152400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0F2FE"/>
                </a:solidFill>
                <a:latin typeface="Poppins"/>
                <a:ea typeface="Poppins"/>
                <a:cs typeface="Poppins"/>
                <a:sym typeface="Poppins"/>
              </a:rPr>
              <a:t>Die "Eiskrieger"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571500" y="231457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Jurek war Teil einer Gruppe. Der Name war </a:t>
            </a:r>
            <a:r>
              <a:rPr b="0" i="0" lang="en-US" sz="15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"Eiskrieger" (Ice Warriors)</a:t>
            </a:r>
            <a:r>
              <a:rPr b="0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3267075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Sie waren Spezialisten für das Klettern im Winter.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71500" y="393382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Das Winterklettern ist extrem schwierig und gefährlich. Die Temperatur ist sehr niedrig und es gibt viel Schnee und Wind.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8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/>
          <p:nvPr/>
        </p:nvSpPr>
        <p:spPr>
          <a:xfrm>
            <a:off x="5619750" y="2709862"/>
            <a:ext cx="952500" cy="476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1855469" y="3043237"/>
            <a:ext cx="848106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E0F2FE"/>
                </a:solidFill>
                <a:latin typeface="Poppins"/>
                <a:ea typeface="Poppins"/>
                <a:cs typeface="Poppins"/>
                <a:sym typeface="Poppins"/>
              </a:rPr>
              <a:t>Die große Herausforderung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4810125" y="4090987"/>
            <a:ext cx="2571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Die "Krone des Himalaya"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8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 txBox="1"/>
          <p:nvPr/>
        </p:nvSpPr>
        <p:spPr>
          <a:xfrm>
            <a:off x="571500" y="3052762"/>
            <a:ext cx="52863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14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571500" y="4481512"/>
            <a:ext cx="52863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0F2FE"/>
                </a:solidFill>
                <a:latin typeface="Lato"/>
                <a:ea typeface="Lato"/>
                <a:cs typeface="Lato"/>
                <a:sym typeface="Lato"/>
              </a:rPr>
              <a:t>"Achttausender"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6334125" y="310515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0F2FE"/>
                </a:solidFill>
                <a:latin typeface="Poppins"/>
                <a:ea typeface="Poppins"/>
                <a:cs typeface="Poppins"/>
                <a:sym typeface="Poppins"/>
              </a:rPr>
              <a:t>Was bedeutet das?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6334125" y="3752850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Das sind alle </a:t>
            </a:r>
            <a:r>
              <a:rPr b="0" i="0" lang="en-US" sz="15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14 Berge</a:t>
            </a:r>
            <a:r>
              <a:rPr b="0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 der Welt, die über 8.000 Meter hoch sind.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6334125" y="4229100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Sie zu besteigen ist das größte Ziel für Bergsteiger.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E0F2FE"/>
                </a:solidFill>
                <a:latin typeface="Poppins"/>
                <a:ea typeface="Poppins"/>
                <a:cs typeface="Poppins"/>
                <a:sym typeface="Poppins"/>
              </a:rPr>
              <a:t>Was ist die "Krone des Himalaya"?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8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14625"/>
            <a:ext cx="5286375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714625"/>
            <a:ext cx="5286375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8"/>
          <p:cNvSpPr txBox="1"/>
          <p:nvPr/>
        </p:nvSpPr>
        <p:spPr>
          <a:xfrm>
            <a:off x="849391" y="3105150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Reinhold Messner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962025" y="37528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Er war der </a:t>
            </a:r>
            <a:r>
              <a:rPr b="0" i="0" lang="en-US" sz="15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erste Mensch</a:t>
            </a:r>
            <a:r>
              <a:rPr b="0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 auf allen 14 Gipfeln.</a:t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962025" y="422910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Er brauchte </a:t>
            </a:r>
            <a:r>
              <a:rPr b="0" i="0" lang="en-US" sz="15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16 Jahre</a:t>
            </a:r>
            <a:r>
              <a:rPr b="0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6612016" y="3105150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Jerzy Kukuczka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6724650" y="37528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Er war der </a:t>
            </a:r>
            <a:r>
              <a:rPr b="0" i="0" lang="en-US" sz="15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zweite Mensch</a:t>
            </a:r>
            <a:r>
              <a:rPr b="0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6724650" y="422910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Er brauchte nur </a:t>
            </a:r>
            <a:r>
              <a:rPr b="0" i="0" lang="en-US" sz="15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8 Jahre</a:t>
            </a:r>
            <a:r>
              <a:rPr b="0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!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E0F2FE"/>
                </a:solidFill>
                <a:latin typeface="Poppins"/>
                <a:ea typeface="Poppins"/>
                <a:cs typeface="Poppins"/>
                <a:sym typeface="Poppins"/>
              </a:rPr>
              <a:t>Das Rennen um die Krone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8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/>
          <p:nvPr/>
        </p:nvSpPr>
        <p:spPr>
          <a:xfrm>
            <a:off x="571500" y="571500"/>
            <a:ext cx="555069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E0F2FE"/>
                </a:solidFill>
                <a:latin typeface="Poppins"/>
                <a:ea typeface="Poppins"/>
                <a:cs typeface="Poppins"/>
                <a:sym typeface="Poppins"/>
              </a:rPr>
              <a:t>Leistung: Der Winter-Spezialist</a:t>
            </a:r>
            <a:endParaRPr/>
          </a:p>
        </p:txBody>
      </p:sp>
      <p:pic>
        <p:nvPicPr>
          <p:cNvPr descr="image.png" id="151" name="Google Shape;15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>
            <a:off x="571500" y="209550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0F2FE"/>
                </a:solidFill>
                <a:latin typeface="Poppins"/>
                <a:ea typeface="Poppins"/>
                <a:cs typeface="Poppins"/>
                <a:sym typeface="Poppins"/>
              </a:rPr>
              <a:t>König des Winters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571500" y="2886075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Jurek war der Meister des Winterkletterns.</a:t>
            </a: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571500" y="3552825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Von seinen 14 Achttausendern hat er </a:t>
            </a:r>
            <a:r>
              <a:rPr b="0" i="0" lang="en-US" sz="15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4 im Winter bestiegen</a:t>
            </a:r>
            <a:r>
              <a:rPr b="0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571500" y="421957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Drei davon (Dhaulagiri, Kangchendzönga, Annapurna) waren die </a:t>
            </a:r>
            <a:r>
              <a:rPr b="0" i="0" lang="en-US" sz="15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allerersten Winterbesteigungen</a:t>
            </a:r>
            <a:r>
              <a:rPr b="0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 in der Geschichte.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8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0"/>
          <p:cNvSpPr txBox="1"/>
          <p:nvPr/>
        </p:nvSpPr>
        <p:spPr>
          <a:xfrm>
            <a:off x="6334125" y="272415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0F2FE"/>
                </a:solidFill>
                <a:latin typeface="Poppins"/>
                <a:ea typeface="Poppins"/>
                <a:cs typeface="Poppins"/>
                <a:sym typeface="Poppins"/>
              </a:rPr>
              <a:t>Der Pionier</a:t>
            </a:r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6334125" y="3371850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Kukuczka wollte nicht den "einfachen" Weg gehen.</a:t>
            </a:r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6334125" y="3848100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Er hat </a:t>
            </a:r>
            <a:r>
              <a:rPr b="0" i="0" lang="en-US" sz="15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10 komplett neue Routen</a:t>
            </a:r>
            <a:r>
              <a:rPr b="0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 an den Achttausendern eröffnet.</a:t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6334125" y="4610100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Niemand hat das vor oder nach ihm getan.</a:t>
            </a:r>
            <a:endParaRPr/>
          </a:p>
        </p:txBody>
      </p:sp>
      <p:pic>
        <p:nvPicPr>
          <p:cNvPr descr="image.png" id="165" name="Google Shape;16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7812" y="2238375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E0F2FE"/>
                </a:solidFill>
                <a:latin typeface="Poppins"/>
                <a:ea typeface="Poppins"/>
                <a:cs typeface="Poppins"/>
                <a:sym typeface="Poppins"/>
              </a:rPr>
              <a:t>Leistung: Neue Routen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7737" y="1824037"/>
            <a:ext cx="10296525" cy="320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1"/>
          <p:cNvSpPr txBox="1"/>
          <p:nvPr/>
        </p:nvSpPr>
        <p:spPr>
          <a:xfrm>
            <a:off x="1090374" y="2205037"/>
            <a:ext cx="10011251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Meisterwerk: Die "Polnische Linie"</a:t>
            </a:r>
            <a:endParaRPr/>
          </a:p>
        </p:txBody>
      </p:sp>
      <p:sp>
        <p:nvSpPr>
          <p:cNvPr id="174" name="Google Shape;174;p21"/>
          <p:cNvSpPr txBox="1"/>
          <p:nvPr/>
        </p:nvSpPr>
        <p:spPr>
          <a:xfrm>
            <a:off x="1328737" y="3224212"/>
            <a:ext cx="95345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Sein berühmtestes Werk war 1986 am </a:t>
            </a:r>
            <a:r>
              <a:rPr b="1" i="0" lang="en-US" sz="15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K2</a:t>
            </a:r>
            <a:r>
              <a:rPr b="0" i="0" lang="en-US" sz="15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75" name="Google Shape;175;p21"/>
          <p:cNvSpPr txBox="1"/>
          <p:nvPr/>
        </p:nvSpPr>
        <p:spPr>
          <a:xfrm>
            <a:off x="1328737" y="3700462"/>
            <a:ext cx="95345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Er eröffnete eine neue Route an der Südwand, die als "Polnische Linie" (Polish Line) bekannt ist.</a:t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1328737" y="4176712"/>
            <a:ext cx="95345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Sie gilt bis heute als eine der gefährlichsten und schwierigsten Routen der Welt.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8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2"/>
          <p:cNvSpPr txBox="1"/>
          <p:nvPr/>
        </p:nvSpPr>
        <p:spPr>
          <a:xfrm>
            <a:off x="2057400" y="2993826"/>
            <a:ext cx="8077200" cy="1279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"Du bist nicht Zweiter. Du bist großartig."</a:t>
            </a:r>
            <a:endParaRPr/>
          </a:p>
        </p:txBody>
      </p:sp>
      <p:sp>
        <p:nvSpPr>
          <p:cNvPr id="183" name="Google Shape;183;p22"/>
          <p:cNvSpPr txBox="1"/>
          <p:nvPr/>
        </p:nvSpPr>
        <p:spPr>
          <a:xfrm>
            <a:off x="4233862" y="4559498"/>
            <a:ext cx="37242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— Reinhold Messner (zu Jerzy Kukuczka)</a:t>
            </a:r>
            <a:endParaRPr/>
          </a:p>
        </p:txBody>
      </p:sp>
      <p:sp>
        <p:nvSpPr>
          <p:cNvPr id="184" name="Google Shape;184;p22"/>
          <p:cNvSpPr txBox="1"/>
          <p:nvPr/>
        </p:nvSpPr>
        <p:spPr>
          <a:xfrm>
            <a:off x="1581150" y="3279576"/>
            <a:ext cx="2762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185" name="Google Shape;185;p22"/>
          <p:cNvSpPr txBox="1"/>
          <p:nvPr/>
        </p:nvSpPr>
        <p:spPr>
          <a:xfrm>
            <a:off x="10334625" y="4178498"/>
            <a:ext cx="2762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186" name="Google Shape;186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E0F2FE"/>
                </a:solidFill>
                <a:latin typeface="Poppins"/>
                <a:ea typeface="Poppins"/>
                <a:cs typeface="Poppins"/>
                <a:sym typeface="Poppins"/>
              </a:rPr>
              <a:t>Respekt von Messner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8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3"/>
          <p:cNvSpPr/>
          <p:nvPr/>
        </p:nvSpPr>
        <p:spPr>
          <a:xfrm>
            <a:off x="571500" y="3886200"/>
            <a:ext cx="11049000" cy="38100"/>
          </a:xfrm>
          <a:prstGeom prst="roundRect">
            <a:avLst>
              <a:gd fmla="val 16667" name="adj"/>
            </a:avLst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3"/>
          <p:cNvSpPr txBox="1"/>
          <p:nvPr/>
        </p:nvSpPr>
        <p:spPr>
          <a:xfrm>
            <a:off x="507968" y="4143375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1979: Lhotse</a:t>
            </a:r>
            <a:endParaRPr/>
          </a:p>
        </p:txBody>
      </p:sp>
      <p:sp>
        <p:nvSpPr>
          <p:cNvPr id="194" name="Google Shape;194;p23"/>
          <p:cNvSpPr txBox="1"/>
          <p:nvPr/>
        </p:nvSpPr>
        <p:spPr>
          <a:xfrm>
            <a:off x="571500" y="4667250"/>
            <a:ext cx="254124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Sein erster 8000er.</a:t>
            </a:r>
            <a:endParaRPr/>
          </a:p>
        </p:txBody>
      </p:sp>
      <p:sp>
        <p:nvSpPr>
          <p:cNvPr id="195" name="Google Shape;195;p23"/>
          <p:cNvSpPr txBox="1"/>
          <p:nvPr/>
        </p:nvSpPr>
        <p:spPr>
          <a:xfrm>
            <a:off x="3343888" y="2667000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1985: Dhaulagiri</a:t>
            </a:r>
            <a:endParaRPr/>
          </a:p>
        </p:txBody>
      </p:sp>
      <p:sp>
        <p:nvSpPr>
          <p:cNvPr id="196" name="Google Shape;196;p23"/>
          <p:cNvSpPr txBox="1"/>
          <p:nvPr/>
        </p:nvSpPr>
        <p:spPr>
          <a:xfrm>
            <a:off x="3407419" y="3190875"/>
            <a:ext cx="254124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Erste Winterbesteigung.</a:t>
            </a:r>
            <a:endParaRPr/>
          </a:p>
        </p:txBody>
      </p:sp>
      <p:sp>
        <p:nvSpPr>
          <p:cNvPr id="197" name="Google Shape;197;p23"/>
          <p:cNvSpPr txBox="1"/>
          <p:nvPr/>
        </p:nvSpPr>
        <p:spPr>
          <a:xfrm>
            <a:off x="6179808" y="4143375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1986: K2</a:t>
            </a:r>
            <a:endParaRPr/>
          </a:p>
        </p:txBody>
      </p:sp>
      <p:sp>
        <p:nvSpPr>
          <p:cNvPr id="198" name="Google Shape;198;p23"/>
          <p:cNvSpPr txBox="1"/>
          <p:nvPr/>
        </p:nvSpPr>
        <p:spPr>
          <a:xfrm>
            <a:off x="6243339" y="4667250"/>
            <a:ext cx="254124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Neue, sehr schwere Route ("Polish Line").</a:t>
            </a:r>
            <a:endParaRPr/>
          </a:p>
        </p:txBody>
      </p:sp>
      <p:sp>
        <p:nvSpPr>
          <p:cNvPr id="199" name="Google Shape;199;p23"/>
          <p:cNvSpPr txBox="1"/>
          <p:nvPr/>
        </p:nvSpPr>
        <p:spPr>
          <a:xfrm>
            <a:off x="9015728" y="2381250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1987: Shishapangma</a:t>
            </a:r>
            <a:endParaRPr/>
          </a:p>
        </p:txBody>
      </p:sp>
      <p:sp>
        <p:nvSpPr>
          <p:cNvPr id="200" name="Google Shape;200;p23"/>
          <p:cNvSpPr txBox="1"/>
          <p:nvPr/>
        </p:nvSpPr>
        <p:spPr>
          <a:xfrm>
            <a:off x="9079259" y="2905125"/>
            <a:ext cx="254124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Sein letzter 8000er. Er hat die Krone!</a:t>
            </a:r>
            <a:endParaRPr/>
          </a:p>
        </p:txBody>
      </p:sp>
      <p:sp>
        <p:nvSpPr>
          <p:cNvPr id="201" name="Google Shape;201;p23"/>
          <p:cNvSpPr/>
          <p:nvPr/>
        </p:nvSpPr>
        <p:spPr>
          <a:xfrm>
            <a:off x="1746870" y="3810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A0F18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3"/>
          <p:cNvSpPr/>
          <p:nvPr/>
        </p:nvSpPr>
        <p:spPr>
          <a:xfrm>
            <a:off x="4582790" y="3810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A0F18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3"/>
          <p:cNvSpPr/>
          <p:nvPr/>
        </p:nvSpPr>
        <p:spPr>
          <a:xfrm>
            <a:off x="7418709" y="3810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A0F18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10254629" y="3810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A0F18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E0F2FE"/>
                </a:solidFill>
                <a:latin typeface="Poppins"/>
                <a:ea typeface="Poppins"/>
                <a:cs typeface="Poppins"/>
                <a:sym typeface="Poppins"/>
              </a:rPr>
              <a:t>Wichtige Gipfel (Zusammenfassung)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/>
          <p:nvPr/>
        </p:nvSpPr>
        <p:spPr>
          <a:xfrm>
            <a:off x="295275" y="219075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Danke fürs Zuschauen!</a:t>
            </a:r>
            <a:endParaRPr/>
          </a:p>
        </p:txBody>
      </p:sp>
      <p:pic>
        <p:nvPicPr>
          <p:cNvPr descr="image.png" id="212" name="Google Shape;21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0" y="3638550"/>
            <a:ext cx="5715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8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52587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09837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67087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138612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910137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6816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5"/>
          <p:cNvSpPr/>
          <p:nvPr/>
        </p:nvSpPr>
        <p:spPr>
          <a:xfrm>
            <a:off x="571500" y="22717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5"/>
          <p:cNvSpPr/>
          <p:nvPr/>
        </p:nvSpPr>
        <p:spPr>
          <a:xfrm>
            <a:off x="571500" y="32146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5"/>
          <p:cNvSpPr/>
          <p:nvPr/>
        </p:nvSpPr>
        <p:spPr>
          <a:xfrm>
            <a:off x="571500" y="39862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5"/>
          <p:cNvSpPr/>
          <p:nvPr/>
        </p:nvSpPr>
        <p:spPr>
          <a:xfrm>
            <a:off x="571500" y="47577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5"/>
          <p:cNvSpPr/>
          <p:nvPr/>
        </p:nvSpPr>
        <p:spPr>
          <a:xfrm>
            <a:off x="571500" y="55292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9" name="Google Shape;229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6525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5"/>
          <p:cNvSpPr txBox="1"/>
          <p:nvPr/>
        </p:nvSpPr>
        <p:spPr>
          <a:xfrm>
            <a:off x="1666875" y="165973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https://gore-ljudje.net/wp-content/uploads/2024/10/AB082.jpg</a:t>
            </a:r>
            <a:endParaRPr/>
          </a:p>
        </p:txBody>
      </p:sp>
      <p:sp>
        <p:nvSpPr>
          <p:cNvPr id="231" name="Google Shape;231;p25"/>
          <p:cNvSpPr txBox="1"/>
          <p:nvPr/>
        </p:nvSpPr>
        <p:spPr>
          <a:xfrm>
            <a:off x="1666875" y="189309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gore-ljudje.net</a:t>
            </a:r>
            <a:endParaRPr/>
          </a:p>
        </p:txBody>
      </p:sp>
      <p:pic>
        <p:nvPicPr>
          <p:cNvPr descr="image.png" id="232" name="Google Shape;232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5098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5"/>
          <p:cNvSpPr txBox="1"/>
          <p:nvPr/>
        </p:nvSpPr>
        <p:spPr>
          <a:xfrm>
            <a:off x="1666875" y="2424112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https://preview.redd.it/what-are-these-mountain-climbers-wearing-v0-ndeu0m5il09d1.jpg?width=585&amp;format=pjpg&amp;auto=webp&amp;s=6c7e5b8192889cd7201005167f51842f735dc81b</a:t>
            </a:r>
            <a:endParaRPr/>
          </a:p>
        </p:txBody>
      </p:sp>
      <p:sp>
        <p:nvSpPr>
          <p:cNvPr id="234" name="Google Shape;234;p25"/>
          <p:cNvSpPr txBox="1"/>
          <p:nvPr/>
        </p:nvSpPr>
        <p:spPr>
          <a:xfrm>
            <a:off x="1666875" y="2843212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www.reddit.com</a:t>
            </a:r>
            <a:endParaRPr/>
          </a:p>
        </p:txBody>
      </p:sp>
      <p:pic>
        <p:nvPicPr>
          <p:cNvPr descr="image.png" id="235" name="Google Shape;235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3670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5"/>
          <p:cNvSpPr txBox="1"/>
          <p:nvPr/>
        </p:nvSpPr>
        <p:spPr>
          <a:xfrm>
            <a:off x="1666875" y="337423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https://upload.wikimedia.org/wikipedia/commons/thumb/2/2f/Jerzy_Kukuczka_Mount_Everest_1980.jpg/960px-Jerzy_Kukuczka_Mount_Everest_1980.jpg</a:t>
            </a:r>
            <a:endParaRPr/>
          </a:p>
        </p:txBody>
      </p:sp>
      <p:sp>
        <p:nvSpPr>
          <p:cNvPr id="237" name="Google Shape;237;p25"/>
          <p:cNvSpPr txBox="1"/>
          <p:nvPr/>
        </p:nvSpPr>
        <p:spPr>
          <a:xfrm>
            <a:off x="1666875" y="360759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en.wikipedia.org</a:t>
            </a:r>
            <a:endParaRPr/>
          </a:p>
        </p:txBody>
      </p:sp>
      <p:pic>
        <p:nvPicPr>
          <p:cNvPr descr="image.png" id="238" name="Google Shape;238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1386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5"/>
          <p:cNvSpPr txBox="1"/>
          <p:nvPr/>
        </p:nvSpPr>
        <p:spPr>
          <a:xfrm>
            <a:off x="1666875" y="414575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https://upload.wikimedia.org/wikipedia/commons/thumb/2/2f/Jerzy_Kukuczka_Mount_Everest_1980.jpg/250px-Jerzy_Kukuczka_Mount_Everest_1980.jpg</a:t>
            </a:r>
            <a:endParaRPr/>
          </a:p>
        </p:txBody>
      </p:sp>
      <p:sp>
        <p:nvSpPr>
          <p:cNvPr id="240" name="Google Shape;240;p25"/>
          <p:cNvSpPr txBox="1"/>
          <p:nvPr/>
        </p:nvSpPr>
        <p:spPr>
          <a:xfrm>
            <a:off x="1666875" y="437911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en.wikipedia.org</a:t>
            </a:r>
            <a:endParaRPr/>
          </a:p>
        </p:txBody>
      </p:sp>
      <p:pic>
        <p:nvPicPr>
          <p:cNvPr descr="image.png" id="241" name="Google Shape;241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49101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5"/>
          <p:cNvSpPr txBox="1"/>
          <p:nvPr/>
        </p:nvSpPr>
        <p:spPr>
          <a:xfrm>
            <a:off x="1666875" y="491728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https://www.summitclimb.com/images/K2/Jake-Jangbu-on-the-summit.jpg</a:t>
            </a:r>
            <a:endParaRPr/>
          </a:p>
        </p:txBody>
      </p:sp>
      <p:sp>
        <p:nvSpPr>
          <p:cNvPr id="243" name="Google Shape;243;p25"/>
          <p:cNvSpPr txBox="1"/>
          <p:nvPr/>
        </p:nvSpPr>
        <p:spPr>
          <a:xfrm>
            <a:off x="1666875" y="515064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www.summitclimb.com</a:t>
            </a:r>
            <a:endParaRPr/>
          </a:p>
        </p:txBody>
      </p:sp>
      <p:pic>
        <p:nvPicPr>
          <p:cNvPr descr="image.png" id="244" name="Google Shape;244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1500" y="56816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5"/>
          <p:cNvSpPr txBox="1"/>
          <p:nvPr/>
        </p:nvSpPr>
        <p:spPr>
          <a:xfrm>
            <a:off x="1666875" y="568880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https://static.vecteezy.com/system/resources/previews/056/248/910/large_2x/stunning-sunset-illuminating-snow-capped-peaks-of-the-himalayas-mountain-range-photo.jpg</a:t>
            </a:r>
            <a:endParaRPr/>
          </a:p>
        </p:txBody>
      </p:sp>
      <p:sp>
        <p:nvSpPr>
          <p:cNvPr id="246" name="Google Shape;246;p25"/>
          <p:cNvSpPr txBox="1"/>
          <p:nvPr/>
        </p:nvSpPr>
        <p:spPr>
          <a:xfrm>
            <a:off x="1666875" y="592216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sp>
        <p:nvSpPr>
          <p:cNvPr id="247" name="Google Shape;247;p25"/>
          <p:cNvSpPr txBox="1"/>
          <p:nvPr/>
        </p:nvSpPr>
        <p:spPr>
          <a:xfrm>
            <a:off x="571500" y="557212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E0F2FE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